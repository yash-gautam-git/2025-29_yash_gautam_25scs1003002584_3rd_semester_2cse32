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57" r:id="rId10"/>
    <p:sldId id="258" r:id="rId11"/>
    <p:sldId id="259" r:id="rId12"/>
    <p:sldId id="260" r:id="rId13"/>
    <p:sldId id="261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96" autoAdjust="0"/>
    <p:restoredTop sz="94660"/>
  </p:normalViewPr>
  <p:slideViewPr>
    <p:cSldViewPr snapToGrid="0">
      <p:cViewPr>
        <p:scale>
          <a:sx n="75" d="100"/>
          <a:sy n="75" d="100"/>
        </p:scale>
        <p:origin x="109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34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45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80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67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55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00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128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3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99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999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84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EDA0B-7B6F-4FA8-B88A-0DA22DFDDE0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B30BD-F75A-4252-B20D-8021E708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9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847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009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46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443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202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997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37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31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50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347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724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208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216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909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12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</cp:revision>
  <dcterms:created xsi:type="dcterms:W3CDTF">2026-09-20T11:30:19Z</dcterms:created>
  <dcterms:modified xsi:type="dcterms:W3CDTF">2026-09-20T12:05:33Z</dcterms:modified>
</cp:coreProperties>
</file>